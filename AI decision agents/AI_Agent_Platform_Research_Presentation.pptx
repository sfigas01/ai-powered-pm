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400" b="1">
                <a:solidFill>
                  <a:srgbClr val="003366"/>
                </a:solidFill>
              </a:defRPr>
            </a:pPr>
            <a:r>
              <a:t>AI Agent Platform Research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47472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400">
                <a:solidFill>
                  <a:srgbClr val="595959"/>
                </a:solidFill>
              </a:defRPr>
            </a:pPr>
            <a:r>
              <a:t>Decision Framework for Government Benefits Adjudication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Goal: Evaluate AI agent platforms and tools to accelerate benefits adjudication decisions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Key Question: Buy tools, subscribe to platform/SaaS, or build custom?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Scope: 25+ platforms across enterprise, low-code, and code frameworks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Recommendation: Hybrid approach - enterprise platform + custom AI components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Timeline: 3-6 months for pilot, 9-12 months to production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Investment: $1M-2M over 3 years (platform-based approach)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Critical Requirements for Government Benefits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1. Compliance &amp; Security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FedRAMP High authorization required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HIPAA compliance for health-related benefits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SOC 2 Type II, ISO 27001 certifications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2. Explainability &amp; Auditability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All decisions must have human-readable explanations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Complete audit trails for appeals process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3. Integration Capabilities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Connect to legacy case management systems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Access to multiple databases and document repositories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4. Customization for Complex Rules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Benefits eligibility varies by jurisdiction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Multi-step adjudication workflows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Platform Categories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1. Enterprise AI Agent Platforms (Full-Stack SaaS)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Pega, Appian, Azure AI Studio, Vertex AI, AWS Bedrock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Complete solutions: workflow + case management + AI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Fastest time to value (3-6 months)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2. Low-Code/No-Code Builders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Retool, Flowise, Dust, n8n, Voiceflow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Rapid prototyping and custom internal tools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Good for pilot projects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3. Code-First Frameworks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LangChain, LlamaIndex, Semantic Kernel, AutoGen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Maximum flexibility and control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Requires strong engineering team (3+ ML engineers)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4. Specialized Tools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Document AI, Textract (OCR), Drools (rules engine)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Point solutions for specific capabilities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Enterprise Platforms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645920"/>
                <a:gridCol w="1645920"/>
                <a:gridCol w="1645920"/>
                <a:gridCol w="1645920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Platform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Best For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Est. Cost/Year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Rating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Pega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Case management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SOC 2, ISO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$150K-300K+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Appian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Rapid dev, govt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FedRAMP, SOC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$100K-250K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Azure AI Studio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Microsoft 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FedRAMP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$75K-200K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Vertex AI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Google 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FedRAMP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$50K-150K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AWS Bedrock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AWS shops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FedRAMP 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$50K-150K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UiPath AI Center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Legacy systems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SOC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$50K-200K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★★★★★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ServiceNow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IT workflows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FedRAMP Mod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$50K-100K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★★★★☆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Spotlight: Pega Platform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Why Pega for Benefits Adjudication?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Purpose-built for complex case management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Industry-leading case management capabilities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Multi-step workflow orchestration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Built-in appeal management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Decision automation with rules engine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Handle complex eligibility criteria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Decision tables and business rules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Government/public sector proven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Existing customer base in social services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Compliance certifications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Considerations: Higher cost ($150K-300K/year), implementation complexity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Spotlight: Microsoft Azure AI Studio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Why Azure for Benefits Adjudication?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Best for Microsoft-based government agencies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Integration with Office 365, Teams, Power Platform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Azure Government Cloud (FedRAMP High)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Copilot Studio + Power Automate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Low-code workflow automation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Custom AI agents with enterprise security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Azure OpenAI Service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GPT-4, Claude integration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Content safety and responsible AI tools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Azure Forms Recognizer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Document processing for claims and forms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Considerations: Requires Azure expertise, consumption-based pricing complexity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Spotlight: UiPath AI Center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Why UiPath for Benefits Adjudication?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Excellent for legacy system integration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RPA bots interact with systems without APIs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No need to modernize legacy infrastructure immediately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Document Understanding AI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Extract data from unstructured documents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Medical records, claims forms, supporting docs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Action Center for human-in-the-loop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Route edge cases to human adjudicators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Audit trail of human decisions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Process mining and analytics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Identify bottlenecks and optimization opportunities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⚠ Considerations: Platform licensing costs, RPA maintenance overhead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Low-Code Platforms for Prototyping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Best for: Rapid pilots and internal tools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Retool AI - ★★★★☆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Build custom admin interfaces for case review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Connect to databases and APIs easily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$10-50/user/month, SOC 2 compliant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Flowise / LangFlow - ★★★☆☆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Visual agent builder (LangChain UI)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Free/open-source, self-hosted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Good for prototyping, requires engineering for production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n8n - ★★★☆☆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Workflow automation with 400+ integrations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Self-hosted option for data security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Good for connecting systems, not complex decision logic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Code-First Frameworks (Build Your Own)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Best for: Maximum customization and control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LangChain / LangGraph - ★★★★☆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Most mature ecosystem for AI agents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Stateful workflows, multi-agent coordination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Requires 3+ ML engineers, $2M+ over 3 years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LlamaIndex - ★★★★☆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Specialized in document retrieval (RAG)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Excellent for policy document search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Microsoft Semantic Kernel - ★★★★☆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Best for .NET government systems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Enterprise patterns, Azure integration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When to build: Highly custom rules, strong eng team, long-term optimization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Buy vs. Build Decision Matrix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55880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Factor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Platform/SaaS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 Build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Time to Value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✓✓✓ Fast (3-6 mo)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✗ Slow (9-18 mo)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Total Cost (3yr)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$$$ $1M-2M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$$$$ $2.3M-3.2M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Compliance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✓✓ Built-in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✓ Your responsibility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Customization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✓ Config limits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✓✓✓ Unlimited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Vendor Lock-in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✗✗ High 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✓ Full control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Maintenance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✓✓ Vendor-managed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✗✗ Your team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Skills Required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✓ Less technical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✗✗ ML engineers</a:t>
                      </a:r>
                    </a:p>
                  </a:txBody>
                  <a:tcPr/>
                </a:tc>
              </a:tr>
              <a:tr h="55880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Explainability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~ Varies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✓✓ Full control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Total Cost of Ownership (3 Years)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Enterprise Platform (Pega, Appian):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Licensing: $450K-900K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Implementation: $200K-500K (year 1)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Ongoing support: $200K (years 2-3)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Infrastructure: $150K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Total: $1M-2M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Cloud Platform (Azure, Vertex, Bedrock):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Platform usage: $150K-450K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Development: $500K-700K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Engineering (2 FTE): $900K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Infrastructure: $225K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Total: $1.8M-2.3M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Custom Build (LangChain, open-source):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Engineering (3-5 FTE): $1.2M-2.1M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Infrastructure: $300K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LLM APIs: $225K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Initial development: $500K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Total: $2.3M-3.2M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003366"/>
                </a:solidFill>
              </a:defRPr>
            </a:pPr>
            <a:r>
              <a:t>Risk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188720"/>
          <a:ext cx="8229600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57400"/>
                <a:gridCol w="2057400"/>
                <a:gridCol w="2057400"/>
                <a:gridCol w="2057400"/>
              </a:tblGrid>
              <a:tr h="628650"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Risk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Platform/SaaS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Custom Build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200" b="1">
                          <a:solidFill>
                            <a:srgbClr val="FFFFFF"/>
                          </a:solidFill>
                        </a:defRPr>
                      </a:pPr>
                      <a:r>
                        <a:t>Mitigation</a:t>
                      </a:r>
                    </a:p>
                  </a:txBody>
                  <a:tcPr>
                    <a:solidFill>
                      <a:srgbClr val="003366"/>
                    </a:solidFill>
                  </a:tcPr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Vendor discontinue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N/A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Choose established vendors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Security breach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FedRAMP compliance, audits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Cost overruns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Fixed licensing vs. dev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Failed implementation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Low-Med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Platforms more proven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Lock-in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Hybrid approach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Compliance gaps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Low*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*If FedRAMP certified</a:t>
                      </a:r>
                    </a:p>
                  </a:txBody>
                  <a:tcPr/>
                </a:tc>
              </a:tr>
              <a:tr h="62865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Skills shortage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595959"/>
                          </a:solidFill>
                        </a:defRPr>
                      </a:pPr>
                      <a:r>
                        <a:t>Platform = config skills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Recommended: Hybrid Approach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Platform for Foundation + Custom AI for Decisions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Choose Primary Platform based on current tech stack: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Microsoft-heavy → Azure AI Studio + Copilot Studio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Google Cloud → Vertex AI Agent Builder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Best case management → Pega (higher cost, purpose-built)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Rapid development → Appian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Heavy legacy systems → UiPath AI Center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Supplement with Custom Components: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Document processing: Google Document AI or Azure Forms Recognizer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Decision agents: LangChain + Anthropic Claude (complex reasoning)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Rules engine: Drools or platform's native rules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Observability: LangSmith or platform monitoring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Why Hybrid? Balance speed-to-market, compliance, and customization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Reference Architecture (Hybrid)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Citizen Portal (Appian/Pega UI)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     ↓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Workflow Orchestration (Platform)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     ↓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├─ Document Processing (Google Document AI / Azure)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│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├─ Custom AI Agent (LangChain + Anthropic Claude)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│   ├─ RAG for policy retrieval (Pinecone + LlamaIndex)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│   ├─ Rules Engine (Drools) for eligibility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│   └─ Decision explainer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│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└─ Case Management (Appian/Pega)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     ↓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Human Review (for edge cases)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     ↓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Decision Output + Audit Log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Phased Implementation Roadmap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Phase 1: Pilot (Months 1-3) - $10K-50K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Select 1-2 simple benefit types (e.g., unemployment)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Low-code platform for rapid prototyping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Test with historical cases, measure accuracy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Phase 2: Production MVP (Months 4-9) - $100K-300K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Production platform selection based on pilot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Build integrations (case mgmt, databases)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Human-in-the-loop workflows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Security/compliance review, staff training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Phase 3: Scale (Months 10-18) - $200K-500K/year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Expand to additional benefit types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Add complex rule scenarios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Continuous monitoring and improvement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Pilot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Measure These in 3-Month Pilot: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Accuracy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&gt;90% agreement with human adjudicators on pilot cases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Speed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50%+ reduction in time-to-decision for routine cases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Explainability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100% of decisions have human-readable explanations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Cost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Pilot delivered for &lt;$50K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✓ User Acceptance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Adjudicators find the tool helpful (surveys, feedback)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Vendor Demo Evaluation Criteria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During vendor demos, verify: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Integration with our case management system?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Support for complex, multi-step eligibility rules?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Decision explainability for audit/appeals?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FedRAMP authorized or path to authorization?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Handle our document types (medical, forms, etc.)?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Human-in-the-loop for edge cases?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Total cost: licensing + implementation + ongoing?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Realistic timeline to production?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Customization vs. configuration limits?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Data portability (avoid lock-in)?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□ References from government agencies?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Immediate Next Steps (Weeks 1-4)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Week 1-2: Internal Alignment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Review this research with stakeholders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Define 2-3 benefit types for pilot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Document current systems and integration points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Establish budget authority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Week 3-4: Vendor Engagement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Schedule demos with top 5 platforms: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- Pega, Appian, Azure AI Studio, Vertex AI, UiPath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Prepare RFI with requirements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Share anonymized sample data for demos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Week 5-8: Proof of Concept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Select top 2 platforms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Run PoC with real (anonymized) cases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• Measure accuracy, speed, user feedback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003366"/>
                </a:solidFill>
              </a:defRPr>
            </a:pPr>
            <a:r>
              <a:t>Key Takeaways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1280160"/>
            <a:ext cx="786384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1. Recommendation: Hybrid Platform Approach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Enterprise platform for workflow + case management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Custom AI components for complex decision logic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2. Top Platform Choices: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Pega (best case mgmt), Appian (rapid dev),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Azure (Microsoft shops), UiPath (legacy systems)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3. Investment: $1M-2M over 3 years (platform-based)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4. Timeline: 3-6 months pilot, 9-12 months to production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5. Critical Success Factors: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Start small (1-2 benefit types)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Ensure explainability from day one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Plan for human oversight (not 100% automation)</a:t>
            </a:r>
          </a:p>
          <a:p>
            <a:pPr>
              <a:spcBef>
                <a:spcPts val="800"/>
              </a:spcBef>
              <a:defRPr sz="1600">
                <a:solidFill>
                  <a:srgbClr val="595959"/>
                </a:solidFill>
              </a:defRPr>
            </a:pPr>
            <a:r>
              <a:t>   • Choose FedRAMP-authorized platforms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